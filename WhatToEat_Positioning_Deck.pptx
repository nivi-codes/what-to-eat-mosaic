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61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515" y="925830"/>
            <a:ext cx="3291840" cy="3291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26659" y="213741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WhatToEat</a:t>
            </a:r>
            <a:endParaRPr lang="en-US" sz="5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WhatToEat?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app that suggests what to eat, right now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" y="1426464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5B50F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265176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4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 been confused about what to eat?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Breakfast, lunch, snack or dinner, and you just cannot decide.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00984" y="1426464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B8C9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246120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544068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4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delivery apps overwhelm you?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choices, 20 minutes of scrolling, still hungry.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89904" y="1426464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C6E34A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35040" y="137160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229600" y="1417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E841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000" dirty="0"/>
          </a:p>
        </p:txBody>
      </p:sp>
      <p:sp>
        <p:nvSpPr>
          <p:cNvPr id="18" name="Text 15"/>
          <p:cNvSpPr txBox="1"/>
          <p:nvPr/>
        </p:nvSpPr>
        <p:spPr>
          <a:xfrm>
            <a:off x="617220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calorie trackers too much work?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17220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every bite feels like homework, not help.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12064" y="3072384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5B50F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57200" y="301752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10372B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85800" y="3127248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 err="1">
                <a:solidFill>
                  <a:srgbClr val="C6E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WhatToEat</a:t>
            </a:r>
            <a:r>
              <a:rPr lang="en-US" sz="2200" b="1" dirty="0">
                <a:solidFill>
                  <a:srgbClr val="C6E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literally translates to what is does.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358444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BF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it how you feel and what you are craving, by voice or a few taps. Get 3 meal picks in about 60 seconds, to cook with what you have, order in, or dine out. Every recipe has a healthy version, and veg and vegan swaps are built in.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343400"/>
            <a:ext cx="563270" cy="623621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4297680"/>
            <a:ext cx="614477" cy="6803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 is for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Indians, 18-35, who are health-aware but not health-obsessed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" y="1426464"/>
            <a:ext cx="3840480" cy="2651760"/>
          </a:xfrm>
          <a:prstGeom prst="roundRect">
            <a:avLst>
              <a:gd name="adj" fmla="val 4138"/>
            </a:avLst>
          </a:prstGeom>
          <a:solidFill>
            <a:srgbClr val="C6E34A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38404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4008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tired decision-makers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202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Young professionals and postgraduates, 22-35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alone, with flatmates or with family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mix of home cooking, delivery and eating 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Pain: decision fatigue, repeat meals, late heavy dinners, guilt after ordering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18304" y="1426464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5B50F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800600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Tight budgets, few ingredients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67144" y="1426464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B8C9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812280" y="137160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949440" y="1508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from home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18745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lunches, mindful snacks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718304" y="2798064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C6E34A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663440" y="274320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480060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Fitness beginners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800600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versions, protein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867144" y="2798064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5B50F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812280" y="2743200"/>
            <a:ext cx="19659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949440" y="2880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 and vegan eaters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324612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swaps, no mental work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3434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beachhead: Bengaluru, Mumbai, Delhi NCR, Hyderabad and Pune</a:t>
            </a:r>
            <a:endParaRPr lang="en-US" sz="120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82880"/>
            <a:ext cx="921715" cy="1020470"/>
          </a:xfrm>
          <a:prstGeom prst="rect">
            <a:avLst/>
          </a:prstGeom>
        </p:spPr>
      </p:pic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840480"/>
            <a:ext cx="1024128" cy="1133856"/>
          </a:xfrm>
          <a:prstGeom prst="rect">
            <a:avLst/>
          </a:prstGeom>
        </p:spPr>
      </p:pic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3931920"/>
            <a:ext cx="921715" cy="10204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food decision app, not a tracker, planner or delivery app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" y="1380744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F5B50F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8229600" cy="1234440"/>
          </a:xfrm>
          <a:prstGeom prst="roundRect">
            <a:avLst>
              <a:gd name="adj" fmla="val 8889"/>
            </a:avLst>
          </a:prstGeom>
          <a:solidFill>
            <a:srgbClr val="10372B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14630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F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busy urban Indians who are health-aware but not health-obsessed, WhatToEat is the food decision app that gets you to a meal in 60 seconds, by voice or a few taps. Unlike delivery apps that overwhelm and calorie trackers that feel like homework, it starts from how you feel and what you have.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12064" y="2935224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5B50F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288036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548640" y="28803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in 60 seconds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176272" y="2935224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FB8C9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2121408" y="288036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2212848" y="28803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say it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40480" y="2935224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C6E34A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3785616" y="288036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3877056" y="28803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built in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504688" y="2935224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5B50F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49824" y="288036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5541264" y="28803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how India eats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168896" y="2935224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FB8C9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114032" y="2880360"/>
            <a:ext cx="150876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205472" y="2880360"/>
            <a:ext cx="1325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you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114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not: a diet plan, a calorie counter, or a delivery platform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840480"/>
            <a:ext cx="972922" cy="1077163"/>
          </a:xfrm>
          <a:prstGeom prst="rect">
            <a:avLst/>
          </a:prstGeom>
        </p:spPr>
      </p:pic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3611880"/>
            <a:ext cx="921715" cy="10204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personality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Calm, caring, quick and a little playful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"/>
            <a:ext cx="777240" cy="777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3258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 a knowledgeable friend who is good at food and never judges what you pick.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12064" y="2066544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C6E34A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59436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sound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68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short, encouraging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light, fresh option for tonight"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"Big day so far. Something light for dinner?"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80944" y="2066544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E8412C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926080" y="2011680"/>
            <a:ext cx="22860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3063240" y="2103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sound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063240" y="246888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Preachy or clinical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"Low-calorie meal"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"You exceeded your calories"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0" y="1325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and feel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669280" y="1691640"/>
            <a:ext cx="502920" cy="502920"/>
          </a:xfrm>
          <a:prstGeom prst="ellipse">
            <a:avLst/>
          </a:prstGeom>
          <a:solidFill>
            <a:srgbClr val="E8412C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577840" y="2240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Chilli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400800" y="1691640"/>
            <a:ext cx="502920" cy="502920"/>
          </a:xfrm>
          <a:prstGeom prst="ellipse">
            <a:avLst/>
          </a:prstGeom>
          <a:solidFill>
            <a:srgbClr val="F5B50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6309360" y="2240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Turmeric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132320" y="1691640"/>
            <a:ext cx="502920" cy="502920"/>
          </a:xfrm>
          <a:prstGeom prst="ellipse">
            <a:avLst/>
          </a:prstGeom>
          <a:solidFill>
            <a:srgbClr val="C6E34A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7040880" y="2240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Lime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863840" y="1691640"/>
            <a:ext cx="502920" cy="502920"/>
          </a:xfrm>
          <a:prstGeom prst="ellipse">
            <a:avLst/>
          </a:prstGeom>
          <a:solidFill>
            <a:srgbClr val="FFB8C9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7772400" y="22402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Blush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69280" y="2560320"/>
            <a:ext cx="502920" cy="502920"/>
          </a:xfrm>
          <a:prstGeom prst="ellipse">
            <a:avLst/>
          </a:prstGeom>
          <a:solidFill>
            <a:srgbClr val="2D4B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5577840" y="3108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Cobalt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400800" y="2560320"/>
            <a:ext cx="502920" cy="502920"/>
          </a:xfrm>
          <a:prstGeom prst="ellipse">
            <a:avLst/>
          </a:prstGeom>
          <a:solidFill>
            <a:srgbClr val="FBF4E6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6309360" y="3108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7132320" y="2560320"/>
            <a:ext cx="502920" cy="502920"/>
          </a:xfrm>
          <a:prstGeom prst="ellipse">
            <a:avLst/>
          </a:prstGeom>
          <a:solidFill>
            <a:srgbClr val="10372B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7040880" y="31089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Forest ink</a:t>
            </a:r>
            <a:endParaRPr lang="en-US" sz="850" dirty="0"/>
          </a:p>
        </p:txBody>
      </p:sp>
      <p:sp>
        <p:nvSpPr>
          <p:cNvPr id="29" name="Text 26"/>
          <p:cNvSpPr txBox="1"/>
          <p:nvPr/>
        </p:nvSpPr>
        <p:spPr>
          <a:xfrm>
            <a:off x="5669280" y="3474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Line-art food doodles on offset colour blobs. Bold, clean type. Bright but grown-up.</a:t>
            </a:r>
            <a:endParaRPr lang="en-US" sz="110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94760"/>
            <a:ext cx="921715" cy="1020470"/>
          </a:xfrm>
          <a:prstGeom prst="rect">
            <a:avLst/>
          </a:prstGeom>
        </p:spPr>
      </p:pic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3794760"/>
            <a:ext cx="921715" cy="1020470"/>
          </a:xfrm>
          <a:prstGeom prst="rect">
            <a:avLst/>
          </a:prstGeom>
        </p:spPr>
      </p:pic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794760"/>
            <a:ext cx="921715" cy="1020470"/>
          </a:xfrm>
          <a:prstGeom prst="rect">
            <a:avLst/>
          </a:prstGeom>
        </p:spPr>
      </p:pic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794760"/>
            <a:ext cx="921715" cy="10204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Marketing: channels and why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60-second voice session is itself the ad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"/>
            <a:ext cx="777240" cy="777240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BF4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BF4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BF4E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fits India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37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Instagram Reels and YouTube Shorts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 engine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61% of Indian internet users watch short video. Instagram sees 46% of its content consumed as short video.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Micro-creators, Hindi and English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Trust and reach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Food, fitness and student creators earn trust cheaply, and Hindi creators reach beyond metros.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WhatsApp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Sharing, retention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 500 million Indian users. "What should we eat?" is often decided in a group chat.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Campus and office groups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Beachhead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Hostels, PGs and offices decide meals together, so one user brings several.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Search, "what to eat" queries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Free, high intent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People search the exact question at mealtimes, and the traffic compounds.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Referral: invite a flatmate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Viral loop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037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Meals are shared decisions, so inviting someone makes the app better.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7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5720"/>
            <a:ext cx="870509" cy="96377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4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Marketing: campaigns and budget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Relatable moments, then proof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82880"/>
            <a:ext cx="777240" cy="777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" y="1335024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5B50F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12801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76072" y="138988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8:40pm question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campaign. Creators go from "I do not know what to eat" to a meal in 60 seconds.</a:t>
            </a:r>
            <a:endParaRPr lang="en-US" sz="13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the tired evening decision is universal for working people.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300984" y="1335024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C6E34A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3364992" y="138988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Fridge Challenge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say what is in their fridge and the app answers with a recipe. Best clips are reposted.</a:t>
            </a:r>
            <a:endParaRPr lang="en-US" sz="13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shows the voice and ingredient feature and creates user content.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89904" y="1335024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B8C9"/>
          </a:solidFill>
          <a:ln w="1270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035040" y="1280160"/>
            <a:ext cx="26060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153912" y="138988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Festival and season moments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season, monsoon, Diwali: quick cheap meals, soothing food, lighter options after heavy days.</a:t>
            </a:r>
            <a:endParaRPr lang="en-US" sz="13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India's food calendar creates heavy-eating spikes where nudges are welcome.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budget split, to be tested in beta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3931920"/>
            <a:ext cx="2770632" cy="457200"/>
          </a:xfrm>
          <a:prstGeom prst="rect">
            <a:avLst/>
          </a:prstGeom>
          <a:solidFill>
            <a:srgbClr val="E8412C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457200" y="3931920"/>
            <a:ext cx="2770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F4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Creators 35%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27832" y="3931920"/>
            <a:ext cx="1993392" cy="457200"/>
          </a:xfrm>
          <a:prstGeom prst="rect">
            <a:avLst/>
          </a:prstGeom>
          <a:solidFill>
            <a:srgbClr val="F5B50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3227832" y="3931920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social 25%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21224" y="3931920"/>
            <a:ext cx="1216152" cy="457200"/>
          </a:xfrm>
          <a:prstGeom prst="rect">
            <a:avLst/>
          </a:prstGeom>
          <a:solidFill>
            <a:srgbClr val="C6E34A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 txBox="1"/>
          <p:nvPr/>
        </p:nvSpPr>
        <p:spPr>
          <a:xfrm>
            <a:off x="5221224" y="3931920"/>
            <a:ext cx="1216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15%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437376" y="3931920"/>
            <a:ext cx="868680" cy="457200"/>
          </a:xfrm>
          <a:prstGeom prst="rect">
            <a:avLst/>
          </a:prstGeom>
          <a:solidFill>
            <a:srgbClr val="FFB8C9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6437376" y="3931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10%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7306056" y="3931920"/>
            <a:ext cx="868680" cy="457200"/>
          </a:xfrm>
          <a:prstGeom prst="rect">
            <a:avLst/>
          </a:prstGeom>
          <a:solidFill>
            <a:srgbClr val="DAD9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 txBox="1"/>
          <p:nvPr/>
        </p:nvSpPr>
        <p:spPr>
          <a:xfrm>
            <a:off x="7306056" y="393192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10%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8174736" y="3931920"/>
            <a:ext cx="512064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037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 txBox="1"/>
          <p:nvPr/>
        </p:nvSpPr>
        <p:spPr>
          <a:xfrm>
            <a:off x="8174736" y="3931920"/>
            <a:ext cx="512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5%</a:t>
            </a:r>
            <a:endParaRPr lang="en-US" sz="750" dirty="0"/>
          </a:p>
        </p:txBody>
      </p:sp>
      <p:sp>
        <p:nvSpPr>
          <p:cNvPr id="27" name="Text 24"/>
          <p:cNvSpPr txBox="1"/>
          <p:nvPr/>
        </p:nvSpPr>
        <p:spPr>
          <a:xfrm>
            <a:off x="457200" y="45491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037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creators lead: trust drives first use of a new app. Paid social then scales only what works.</a:t>
            </a:r>
            <a:endParaRPr lang="en-US" sz="10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45720"/>
            <a:ext cx="870509" cy="96377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782</Words>
  <Application>Microsoft Macintosh PowerPoint</Application>
  <PresentationFormat>On-screen Show (16:9)</PresentationFormat>
  <Paragraphs>108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Nivedita Gupta</cp:lastModifiedBy>
  <cp:revision>3</cp:revision>
  <dcterms:created xsi:type="dcterms:W3CDTF">2026-10-02T11:14:43Z</dcterms:created>
  <dcterms:modified xsi:type="dcterms:W3CDTF">2026-10-02T20:21:48Z</dcterms:modified>
</cp:coreProperties>
</file>